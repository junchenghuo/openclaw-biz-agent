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出行工具展示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基于图片目录自动生成</a:t>
            </a:r>
          </a:p>
          <a:p>
            <a:r>
              <a:t>4 张小轿车 + 1 张自行车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小轿车展示（4页）</a:t>
            </a:r>
          </a:p>
          <a:p>
            <a:pPr>
              <a:defRPr sz="2400"/>
            </a:pPr>
            <a:r>
              <a:t>2. 自行车展示（1页）</a:t>
            </a:r>
          </a:p>
          <a:p>
            <a:pPr>
              <a:defRPr sz="2400"/>
            </a:pPr>
            <a:r>
              <a:t>3. 出行选择建议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小轿车 A</a:t>
            </a:r>
          </a:p>
        </p:txBody>
      </p:sp>
      <p:pic>
        <p:nvPicPr>
          <p:cNvPr id="3" name="Picture 2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小轿车 B</a:t>
            </a:r>
          </a:p>
        </p:txBody>
      </p:sp>
      <p:pic>
        <p:nvPicPr>
          <p:cNvPr id="3" name="Picture 2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小轿车 C</a:t>
            </a:r>
          </a:p>
        </p:txBody>
      </p:sp>
      <p:pic>
        <p:nvPicPr>
          <p:cNvPr id="3" name="Picture 2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小轿车 D</a:t>
            </a:r>
          </a:p>
        </p:txBody>
      </p:sp>
      <p:pic>
        <p:nvPicPr>
          <p:cNvPr id="3" name="Picture 2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自行车</a:t>
            </a:r>
          </a:p>
        </p:txBody>
      </p:sp>
      <p:pic>
        <p:nvPicPr>
          <p:cNvPr id="3" name="Picture 2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出行建议（简版）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短途通勤、天气好：优先自行车（低成本、环保）</a:t>
            </a:r>
          </a:p>
          <a:p>
            <a:pPr>
              <a:defRPr sz="2400"/>
            </a:pPr>
            <a:r>
              <a:t>多人出行、远距离：优先小轿车（舒适性更好）</a:t>
            </a:r>
          </a:p>
          <a:p>
            <a:pPr>
              <a:defRPr sz="2400"/>
            </a:pPr>
            <a:r>
              <a:t>城市拥堵时段：灵活选择，结合路况与停车条件</a:t>
            </a:r>
          </a:p>
          <a:p>
            <a:pPr>
              <a:defRPr sz="2400"/>
            </a:pPr>
            <a:r>
              <a:t>可按场景准备“轿车 + 自行车”组合方案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