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88952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人工智能发展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趋势 · 技术 · 产业 · 未来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从规则系统到生成式 AI，AI 正在成为新一代生产力基础设施。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人工智能发展 |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发展脉络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四个阶段看 AI 演进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926080"/>
            <a:ext cx="1005840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74320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1956-1990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符号主义</a:t>
            </a:r>
          </a:p>
        </p:txBody>
      </p:sp>
      <p:sp>
        <p:nvSpPr>
          <p:cNvPr id="7" name="Oval 6"/>
          <p:cNvSpPr/>
          <p:nvPr/>
        </p:nvSpPr>
        <p:spPr>
          <a:xfrm>
            <a:off x="3429000" y="274320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31546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1990-2012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统计学习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274320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31546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2012-2019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深度学习</a:t>
            </a:r>
          </a:p>
        </p:txBody>
      </p:sp>
      <p:sp>
        <p:nvSpPr>
          <p:cNvPr id="11" name="Oval 10"/>
          <p:cNvSpPr/>
          <p:nvPr/>
        </p:nvSpPr>
        <p:spPr>
          <a:xfrm>
            <a:off x="8458200" y="274320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31546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t>2020-至今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生成式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人工智能发展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关键技术突破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算力、数据、算法三轮驱动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算力跃迁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GPU/TPU 与分布式训练让大模型成为可能。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737360"/>
            <a:ext cx="347472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1737360"/>
            <a:ext cx="3474720" cy="14630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011680"/>
            <a:ext cx="29260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数据爆发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互联网和行业数据沉淀提供训练燃料。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737360"/>
            <a:ext cx="347472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0" y="1737360"/>
            <a:ext cx="3474720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2011680"/>
            <a:ext cx="292608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算法创新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Transformer 与对齐技术大幅提升可用性。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人工智能发展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产业应用版图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AI 正在重塑行业价值链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医疗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辅助诊断/药研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96596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金融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风控/投研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73736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96596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制造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质检/预测维护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7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69079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教育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个性化学习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84047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4069079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零售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推荐/供应链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840479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4069079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政企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知识管理/流程自动化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人工智能发展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0F172A"/>
                </a:solidFill>
              </a:defRPr>
            </a:pPr>
            <a:r>
              <a:t>核心挑战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475569"/>
                </a:solidFill>
              </a:defRPr>
            </a:pPr>
            <a:r>
              <a:t>可信性、治理与组织能力</a:t>
            </a:r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02996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可信性：幻觉与可解释性仍待提升。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33375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40156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治理合规：隐私、版权、伦理边界需要清晰规则。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709160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4773168"/>
            <a:ext cx="1828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F172A"/>
                </a:solidFill>
              </a:defRPr>
            </a:pPr>
            <a:r>
              <a:t>组织能力：要把 AI 纳入业务流程而非孤立工具。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人工智能发展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结语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CBD5E1"/>
                </a:solidFill>
              </a:defRPr>
            </a:pPr>
            <a:r>
              <a:t>AI 不是替代人，而是重塑人的工作方式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真正的竞争力，不在“是否使用 AI”，而在“是否把 AI 变成组织能力”。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4A3B8"/>
                </a:solidFill>
              </a:defRPr>
            </a:pPr>
            <a:r>
              <a:t>人工智能发展 |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