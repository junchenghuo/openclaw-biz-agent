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OpenClaw 介绍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OpenClaw 纯文字介绍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OpenClaw 是什么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OpenClaw = 运行时 + 工具层 + 协作协议 + 会话路由</a:t>
            </a:r>
          </a:p>
          <a:p>
            <a:pPr/>
            <a:r>
              <a:rPr sz="2400"/>
              <a:t>目标：让 AI 助手可控、可追踪、可协作</a:t>
            </a:r>
          </a:p>
          <a:p>
            <a:pPr/>
            <a:r>
              <a:rPr sz="2400"/>
              <a:t>适用于个人助理、团队项目管理、工程自动化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核心能力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多工具编排：读写文件、执行命令、会话管理</a:t>
            </a:r>
          </a:p>
          <a:p>
            <a:pPr/>
            <a:r>
              <a:rPr sz="2400"/>
              <a:t>多智能体协作：可按角色拆分任务并汇总结果</a:t>
            </a:r>
          </a:p>
          <a:p>
            <a:pPr/>
            <a:r>
              <a:rPr sz="2400"/>
              <a:t>多渠道接入：支持群聊/私聊场景的统一回复</a:t>
            </a:r>
          </a:p>
          <a:p>
            <a:pPr/>
            <a:r>
              <a:rPr sz="2400"/>
              <a:t>技能系统：针对垂直任务加载标准化流程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架构分层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1) Channel 层：接收消息与回传结果</a:t>
            </a:r>
          </a:p>
          <a:p>
            <a:pPr/>
            <a:r>
              <a:rPr sz="2400"/>
              <a:t>2) Runtime 层：模型推理、策略与安全约束</a:t>
            </a:r>
          </a:p>
          <a:p>
            <a:pPr/>
            <a:r>
              <a:rPr sz="2400"/>
              <a:t>3) Tool 层：文件、命令、会话、图像、记忆等</a:t>
            </a:r>
          </a:p>
          <a:p>
            <a:pPr/>
            <a:r>
              <a:rPr sz="2400"/>
              <a:t>4) Workspace 层：项目上下文、任务状态与产物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为什么对团队有价值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把“聊天”升级为“可执行协作”</a:t>
            </a:r>
          </a:p>
          <a:p>
            <a:pPr/>
            <a:r>
              <a:rPr sz="2400"/>
              <a:t>任务拆解、状态推进、产物归档一体化</a:t>
            </a:r>
          </a:p>
          <a:p>
            <a:pPr/>
            <a:r>
              <a:rPr sz="2400"/>
              <a:t>降低跨角色沟通成本，减少信息丢失</a:t>
            </a:r>
          </a:p>
          <a:p>
            <a:pPr/>
            <a:r>
              <a:rPr sz="2400"/>
              <a:t>为复盘与审计保留结构化轨迹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典型使用场景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项目管理：需求拆解、任务看板维护、进度追踪</a:t>
            </a:r>
          </a:p>
          <a:p>
            <a:pPr/>
            <a:r>
              <a:rPr sz="2400"/>
              <a:t>研发协作：方案评审、代码任务委派、测试闭环</a:t>
            </a:r>
          </a:p>
          <a:p>
            <a:pPr/>
            <a:r>
              <a:rPr sz="2400"/>
              <a:t>运维支持：健康检查、风险提示、巡检自动化</a:t>
            </a:r>
          </a:p>
          <a:p>
            <a:pPr/>
            <a:r>
              <a:rPr sz="2400"/>
              <a:t>内容产出：文档、报告、演示稿自动生成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与普通聊天机器人的区别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不仅“回答问题”，还能“执行动作”</a:t>
            </a:r>
          </a:p>
          <a:p>
            <a:pPr/>
            <a:r>
              <a:rPr sz="2400"/>
              <a:t>不仅“单轮对话”，还能“跨会话协作”</a:t>
            </a:r>
          </a:p>
          <a:p>
            <a:pPr/>
            <a:r>
              <a:rPr sz="2400"/>
              <a:t>不仅“文本输出”，还能“产物落地”</a:t>
            </a:r>
          </a:p>
          <a:p>
            <a:pPr/>
            <a:r>
              <a:rPr sz="2400"/>
              <a:t>不仅“临时记忆”，还能“可检索历史”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安全与治理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工具权限可控：按策略暴露能力</a:t>
            </a:r>
          </a:p>
          <a:p>
            <a:pPr/>
            <a:r>
              <a:rPr sz="2400"/>
              <a:t>高风险操作需人工确认或受限执行</a:t>
            </a:r>
          </a:p>
          <a:p>
            <a:pPr/>
            <a:r>
              <a:rPr sz="2400"/>
              <a:t>遵循工作区边界，避免越权访问</a:t>
            </a:r>
          </a:p>
          <a:p>
            <a:pPr/>
            <a:r>
              <a:rPr sz="2400"/>
              <a:t>关键决策可记录，便于追踪与审计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落地建议（从小到大）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第一步：先在单团队内跑通 1 个真实流程</a:t>
            </a:r>
          </a:p>
          <a:p>
            <a:pPr/>
            <a:r>
              <a:rPr sz="2400"/>
              <a:t>第二步：沉淀标准任务模板与技能</a:t>
            </a:r>
          </a:p>
          <a:p>
            <a:pPr/>
            <a:r>
              <a:rPr sz="2400"/>
              <a:t>第三步：建立周度复盘与指标体系</a:t>
            </a:r>
          </a:p>
          <a:p>
            <a:pPr/>
            <a:r>
              <a:rPr sz="2400"/>
              <a:t>第四步：逐步扩展到跨团队协作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总结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OpenClaw 的核心价值是“可执行的 AI 协作”</a:t>
            </a:r>
          </a:p>
          <a:p>
            <a:pPr/>
            <a:r>
              <a:rPr sz="2400"/>
              <a:t>它帮助团队从“会聊”走向“会干活”</a:t>
            </a:r>
          </a:p>
          <a:p>
            <a:pPr/>
            <a:r>
              <a:rPr sz="2400"/>
              <a:t>建议从高频、可量化的场景开始试点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