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FFFF"/>
                </a:solidFill>
              </a:defRPr>
            </a:pPr>
            <a:r>
              <a:t>机械风游戏鼠标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机械风游戏鼠标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6FFF5"/>
                </a:solidFill>
              </a:defRPr>
            </a:pPr>
            <a:r>
              <a:t>Cool Tech Deck | 炫彩汇报版</a:t>
            </a:r>
          </a:p>
        </p:txBody>
      </p:sp>
      <p:pic>
        <p:nvPicPr>
          <p:cNvPr id="5" name="Picture 4" descr="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463040"/>
            <a:ext cx="2829457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011680"/>
            <a:ext cx="64922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E6F5FF"/>
                </a:solidFill>
              </a:defRPr>
            </a:pPr>
            <a:r>
              <a:t>机甲造型</a:t>
            </a:r>
          </a:p>
          <a:p>
            <a:pPr>
              <a:defRPr sz="2600">
                <a:solidFill>
                  <a:srgbClr val="E6F5FF"/>
                </a:solidFill>
              </a:defRPr>
            </a:pPr>
            <a:r>
              <a:t>白金配色</a:t>
            </a:r>
          </a:p>
          <a:p>
            <a:pPr>
              <a:defRPr sz="2600">
                <a:solidFill>
                  <a:srgbClr val="E6F5FF"/>
                </a:solidFill>
              </a:defRPr>
            </a:pPr>
            <a:r>
              <a:t>电竞风格</a:t>
            </a:r>
          </a:p>
          <a:p>
            <a:pPr>
              <a:defRPr sz="2600">
                <a:solidFill>
                  <a:srgbClr val="E6F5FF"/>
                </a:solidFill>
              </a:defRPr>
            </a:pPr>
            <a:r>
              <a:t>桌搭吸睛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217920"/>
            <a:ext cx="10972800" cy="109728"/>
          </a:xfrm>
          <a:prstGeom prst="rect">
            <a:avLst/>
          </a:prstGeom>
          <a:solidFill>
            <a:srgbClr val="00F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FFFF"/>
                </a:solidFill>
              </a:defRPr>
            </a:pPr>
            <a:r>
              <a:t>视觉DNA：一眼赛博感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视觉DNA：一眼赛博感</a:t>
            </a:r>
          </a:p>
        </p:txBody>
      </p:sp>
      <p:pic>
        <p:nvPicPr>
          <p:cNvPr id="4" name="Picture 3" descr="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463040"/>
            <a:ext cx="2778012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0"/>
            <a:ext cx="64922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F5FF"/>
                </a:solidFill>
              </a:defRPr>
            </a:pPr>
            <a:r>
              <a:t>• 机械切面 + 棱角结构，冲击感强</a:t>
            </a:r>
          </a:p>
          <a:p>
            <a:pPr>
              <a:defRPr sz="2200">
                <a:solidFill>
                  <a:srgbClr val="E6F5FF"/>
                </a:solidFill>
              </a:defRPr>
            </a:pPr>
            <a:r>
              <a:t>• 白色外壳搭配香槟金，兼顾未来感与质感</a:t>
            </a:r>
          </a:p>
          <a:p>
            <a:pPr>
              <a:defRPr sz="2200">
                <a:solidFill>
                  <a:srgbClr val="E6F5FF"/>
                </a:solidFill>
              </a:defRPr>
            </a:pPr>
            <a:r>
              <a:t>• 镂空结构让“硬核电竞”气质更突出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217920"/>
            <a:ext cx="10972800" cy="109728"/>
          </a:xfrm>
          <a:prstGeom prst="rect">
            <a:avLst/>
          </a:prstGeom>
          <a:solidFill>
            <a:srgbClr val="FF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FFFF"/>
                </a:solidFill>
              </a:defRPr>
            </a:pPr>
            <a:r>
              <a:t>使用体验：稳、准、爽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使用体验：稳、准、爽</a:t>
            </a:r>
          </a:p>
        </p:txBody>
      </p:sp>
      <p:pic>
        <p:nvPicPr>
          <p:cNvPr id="4" name="Picture 3" descr="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4754880" cy="84515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0"/>
            <a:ext cx="64922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E6F5FF"/>
                </a:solidFill>
              </a:defRPr>
            </a:pPr>
            <a:r>
              <a:t>• 有线连接：低延迟，不掉线</a:t>
            </a:r>
          </a:p>
          <a:p>
            <a:pPr>
              <a:defRPr sz="2100">
                <a:solidFill>
                  <a:srgbClr val="E6F5FF"/>
                </a:solidFill>
              </a:defRPr>
            </a:pPr>
            <a:r>
              <a:t>• 可见 DPI 切换：快速适配不同操作场景</a:t>
            </a:r>
          </a:p>
          <a:p>
            <a:pPr>
              <a:defRPr sz="2100">
                <a:solidFill>
                  <a:srgbClr val="E6F5FF"/>
                </a:solidFill>
              </a:defRPr>
            </a:pPr>
            <a:r>
              <a:t>• 侧翼承托设计：长时间握持更轻松</a:t>
            </a:r>
          </a:p>
          <a:p>
            <a:pPr>
              <a:defRPr sz="2100">
                <a:solidFill>
                  <a:srgbClr val="E6F5FF"/>
                </a:solidFill>
              </a:defRPr>
            </a:pPr>
            <a:r>
              <a:t>• 滚轮反馈感明显，操作更跟手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217920"/>
            <a:ext cx="10972800" cy="109728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0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FFFF"/>
                </a:solidFill>
              </a:defRPr>
            </a:pPr>
            <a:r>
              <a:t>适合谁？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适合谁？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64922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E6F5FF"/>
                </a:solidFill>
              </a:defRPr>
            </a:pPr>
            <a:r>
              <a:t>电竞玩家：追求响应速度与手感反馈</a:t>
            </a:r>
          </a:p>
          <a:p>
            <a:pPr>
              <a:defRPr sz="2300">
                <a:solidFill>
                  <a:srgbClr val="E6F5FF"/>
                </a:solidFill>
              </a:defRPr>
            </a:pPr>
            <a:r>
              <a:t>桌搭玩家：需要有辨识度的“出镜装备”</a:t>
            </a:r>
          </a:p>
          <a:p>
            <a:pPr>
              <a:defRPr sz="2300">
                <a:solidFill>
                  <a:srgbClr val="E6F5FF"/>
                </a:solidFill>
              </a:defRPr>
            </a:pPr>
            <a:r>
              <a:t>效率办公党：希望颜值与稳定性都在线</a:t>
            </a:r>
          </a:p>
          <a:p>
            <a:pPr>
              <a:defRPr sz="2300">
                <a:solidFill>
                  <a:srgbClr val="E6F5FF"/>
                </a:solidFill>
              </a:defRPr>
            </a:pPr>
          </a:p>
          <a:p>
            <a:pPr>
              <a:defRPr sz="2300">
                <a:solidFill>
                  <a:srgbClr val="E6F5FF"/>
                </a:solidFill>
              </a:defRPr>
            </a:pPr>
            <a:r>
              <a:t>一句话定位：</a:t>
            </a:r>
          </a:p>
          <a:p>
            <a:pPr>
              <a:defRPr sz="2300">
                <a:solidFill>
                  <a:srgbClr val="E6F5FF"/>
                </a:solidFill>
              </a:defRPr>
            </a:pPr>
            <a:r>
              <a:t>“这是一款既能打游戏，也能撑场面的鼠标。”</a:t>
            </a:r>
          </a:p>
        </p:txBody>
      </p:sp>
      <p:pic>
        <p:nvPicPr>
          <p:cNvPr id="5" name="Picture 4" descr="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0"/>
            <a:ext cx="2469344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6217920"/>
            <a:ext cx="10972800" cy="109728"/>
          </a:xfrm>
          <a:prstGeom prst="rect">
            <a:avLst/>
          </a:prstGeom>
          <a:solidFill>
            <a:srgbClr val="66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FFFF"/>
                </a:solidFill>
              </a:defRPr>
            </a:pPr>
            <a:r>
              <a:t>30秒酷炫介绍词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30秒酷炫介绍词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4922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F5FF"/>
                </a:solidFill>
              </a:defRPr>
            </a:pPr>
            <a:r>
              <a:t>这款机械风游戏鼠标，主打机甲级外观设计。</a:t>
            </a:r>
          </a:p>
          <a:p>
            <a:pPr>
              <a:defRPr sz="2200">
                <a:solidFill>
                  <a:srgbClr val="E6F5FF"/>
                </a:solidFill>
              </a:defRPr>
            </a:pPr>
            <a:r>
              <a:t>白金配色非常有未来感，放在桌面就是视觉中心。</a:t>
            </a:r>
          </a:p>
          <a:p>
            <a:pPr>
              <a:defRPr sz="2200">
                <a:solidFill>
                  <a:srgbClr val="E6F5FF"/>
                </a:solidFill>
              </a:defRPr>
            </a:pPr>
            <a:r>
              <a:t>有线连接保证低延迟与稳定性，DPI可切换，游戏办公都能打。</a:t>
            </a:r>
          </a:p>
          <a:p>
            <a:pPr>
              <a:defRPr sz="2200">
                <a:solidFill>
                  <a:srgbClr val="E6F5FF"/>
                </a:solidFill>
              </a:defRPr>
            </a:pPr>
            <a:r>
              <a:t>如果你想要一款“性能+颜值”都在线的鼠标，这款值得入手。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217920"/>
            <a:ext cx="10972800" cy="109728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