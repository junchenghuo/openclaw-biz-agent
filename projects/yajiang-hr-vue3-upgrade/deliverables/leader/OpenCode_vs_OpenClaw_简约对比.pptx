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</a:defRPr>
            </a:pPr>
            <a:r>
              <a:t>OpenCode vs OpenClaw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差异对比报告（简约风）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972800" cy="2377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22222"/>
                </a:solidFill>
              </a:defRPr>
            </a:pPr>
            <a:r>
              <a:t>目标：帮助团队快速理解两者定位、能力边界与适用场景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C8C8C"/>
                </a:solidFill>
              </a:defRPr>
            </a:pPr>
            <a:r>
              <a:t>OpenCode vs OpenClaw | 第 1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</a:defRPr>
            </a:pPr>
            <a:r>
              <a:t>一页总览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核心差异速览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394960" cy="438912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5394960" cy="438912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8463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463EB"/>
                </a:solidFill>
              </a:defRPr>
            </a:pPr>
            <a:r>
              <a:t>OpenCode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偏向代码生成与工程开发效率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重心在“写代码、改代码、跑代码”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适合开发者单点提效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8463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463EB"/>
                </a:solidFill>
              </a:defRPr>
            </a:pPr>
            <a:r>
              <a:t>OpenClaw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偏向多工具编排与工作流自动化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可连接消息渠道、文档、任务、子代理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适合团队协作与跨系统执行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C8C8C"/>
                </a:solidFill>
              </a:defRPr>
            </a:pPr>
            <a:r>
              <a:t>OpenCode vs OpenClaw | 第 2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</a:defRPr>
            </a:pPr>
            <a:r>
              <a:t>维度对比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能力、协作、治理三个层面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1) 定位：OpenCode=编码助手；OpenClaw=AI 执行与协作平台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2) 使用者：OpenCode=开发者；OpenClaw=开发 + 产品 + 运营 + 团队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3) 执行方式：OpenCode=以代码任务为主；OpenClaw=工具链编排 + 会话流转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4) 协作方式：OpenCode=个人效率提升；OpenClaw=多角色协同推进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5) 结果形态：OpenCode=代码/补丁；OpenClaw=代码+文档+消息+流程闭环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6) 治理能力：OpenCode=开发侧控制；OpenClaw=权限、渠道、审计、会话管理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C8C8C"/>
                </a:solidFill>
              </a:defRPr>
            </a:pPr>
            <a:r>
              <a:t>OpenCode vs OpenClaw | 第 3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</a:defRPr>
            </a:pPr>
            <a:r>
              <a:t>场景建议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什么时候选谁？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394960" cy="411480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754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463EB"/>
                </a:solidFill>
              </a:defRPr>
            </a:pPr>
            <a:r>
              <a:t>更适合 OpenCode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重构模块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补全单元测试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快速实现函数/接口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828800"/>
            <a:ext cx="5394960" cy="411480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103120"/>
            <a:ext cx="4754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463EB"/>
                </a:solidFill>
              </a:defRPr>
            </a:pPr>
            <a:r>
              <a:t>更适合 OpenClaw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跨系统任务流转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群聊触发执行并回传结果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团队角色协同与调度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C8C8C"/>
                </a:solidFill>
              </a:defRPr>
            </a:pPr>
            <a:r>
              <a:t>OpenCode vs OpenClaw | 第 4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2222"/>
                </a:solidFill>
              </a:defRPr>
            </a:pPr>
            <a: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建议组合使用，而不是二选一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97280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102412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463EB"/>
                </a:solidFill>
              </a:defRPr>
            </a:pPr>
            <a:r>
              <a:t>策略建议：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• 开发深度任务用 OpenCode 提效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• 跨团队流程与对外协作用 OpenClaw 承载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• 以 OpenClaw 统一调度，接入 OpenCode 作为编码执行单元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C8C8C"/>
                </a:solidFill>
              </a:defRPr>
            </a:pPr>
            <a:r>
              <a:t>OpenCode vs OpenClaw | 第 5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