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出行工具图片集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基于 5 张图片的交通工具识别与展示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自行车（城市骑行）</a:t>
            </a:r>
          </a:p>
          <a:p>
            <a:pPr>
              <a:defRPr sz="2200"/>
            </a:pPr>
            <a:r>
              <a:t>2. 复古汽车轮毂特写</a:t>
            </a:r>
          </a:p>
          <a:p>
            <a:pPr>
              <a:defRPr sz="2200"/>
            </a:pPr>
            <a:r>
              <a:t>3. 复古轿车（红色背景）</a:t>
            </a:r>
          </a:p>
          <a:p>
            <a:pPr>
              <a:defRPr sz="2200"/>
            </a:pPr>
            <a:r>
              <a:t>4. 复古轿车（活动现场）</a:t>
            </a:r>
          </a:p>
          <a:p>
            <a:pPr>
              <a:defRPr sz="2200"/>
            </a:pPr>
            <a:r>
              <a:t>5. 轨道作业车/小型机车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自行车（城市骑行）</a:t>
            </a:r>
          </a:p>
        </p:txBody>
      </p:sp>
      <p:pic>
        <p:nvPicPr>
          <p:cNvPr id="3" name="Picture 2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绿色低碳、短途通勤常见出行工具。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复古汽车轮毂特写</a:t>
            </a:r>
          </a:p>
        </p:txBody>
      </p:sp>
      <p:pic>
        <p:nvPicPr>
          <p:cNvPr id="3" name="Picture 2" descr="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汽车细节图，体现经典车辆设计元素。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复古轿车（红色背景）</a:t>
            </a:r>
          </a:p>
        </p:txBody>
      </p:sp>
      <p:pic>
        <p:nvPicPr>
          <p:cNvPr id="3" name="Picture 2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老爷车风格车辆，适合展现汽车文化。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复古轿车（活动现场）</a:t>
            </a:r>
          </a:p>
        </p:txBody>
      </p:sp>
      <p:pic>
        <p:nvPicPr>
          <p:cNvPr id="3" name="Picture 2" descr="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多车聚会场景中的经典车型。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轨道作业车/小型机车</a:t>
            </a:r>
          </a:p>
        </p:txBody>
      </p:sp>
      <p:pic>
        <p:nvPicPr>
          <p:cNvPr id="3" name="Picture 2" descr="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轨道交通类工具，常用于园区或铁路作业。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本组图片覆盖了自行车、汽车与轨道交通工具。</a:t>
            </a:r>
          </a:p>
          <a:p>
            <a:pPr>
              <a:defRPr sz="2400"/>
            </a:pPr>
            <a:r>
              <a:t>汽车相关图片占比最高，且包含细节特写与场景图。</a:t>
            </a:r>
          </a:p>
          <a:p>
            <a:pPr>
              <a:defRPr sz="2400"/>
            </a:pPr>
            <a:r>
              <a:t>适合用于“出行工具类型识别”或“交通工具视觉素材”展示。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