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机械风游戏鼠标介绍</a:t>
            </a:r>
          </a:p>
          <a:p>
            <a:pPr>
              <a:defRPr sz="1600">
                <a:solidFill>
                  <a:srgbClr val="D2DCEB"/>
                </a:solidFill>
              </a:defRPr>
            </a:pPr>
            <a:r>
              <a:t>用户设备展示 | 产品风格说明</a:t>
            </a:r>
          </a:p>
        </p:txBody>
      </p:sp>
      <p:pic>
        <p:nvPicPr>
          <p:cNvPr id="3" name="Picture 2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2880902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5FF"/>
                </a:solidFill>
              </a:defRPr>
            </a:pPr>
            <a:r>
              <a:t>关键词：机械风 / 科幻外观 / 白金配色 / 有线电竞</a:t>
            </a:r>
          </a:p>
          <a:p>
            <a:pPr>
              <a:defRPr sz="2200">
                <a:solidFill>
                  <a:srgbClr val="F0F5FF"/>
                </a:solidFill>
              </a:defRPr>
            </a:pPr>
            <a:r>
              <a:t>适用场景：办公、游戏、桌搭展示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9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外观设计亮点</a:t>
            </a:r>
          </a:p>
        </p:txBody>
      </p:sp>
      <p:pic>
        <p:nvPicPr>
          <p:cNvPr id="3" name="Picture 2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2932346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5FF"/>
                </a:solidFill>
              </a:defRPr>
            </a:pPr>
            <a:r>
              <a:t>• 机甲切面造型：线条硬朗，辨识度高</a:t>
            </a:r>
          </a:p>
          <a:p>
            <a:pPr>
              <a:defRPr sz="2200">
                <a:solidFill>
                  <a:srgbClr val="F0F5FF"/>
                </a:solidFill>
              </a:defRPr>
            </a:pPr>
            <a:r>
              <a:t>• 白色主体 + 金属金点缀：视觉高级感强</a:t>
            </a:r>
          </a:p>
          <a:p>
            <a:pPr>
              <a:defRPr sz="2200">
                <a:solidFill>
                  <a:srgbClr val="F0F5FF"/>
                </a:solidFill>
              </a:defRPr>
            </a:pPr>
            <a:r>
              <a:t>• 镂空与机械结构元素：强化“科技装备”观感</a:t>
            </a:r>
          </a:p>
          <a:p>
            <a:pPr>
              <a:defRPr sz="2200">
                <a:solidFill>
                  <a:srgbClr val="F0F5FF"/>
                </a:solidFill>
              </a:defRPr>
            </a:pPr>
            <a:r>
              <a:t>• 编织线有线连接：稳定传输，适合长时间使用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功能与使用体验（基于图片可见）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5FF"/>
                </a:solidFill>
              </a:defRPr>
            </a:pPr>
            <a:r>
              <a:t>• 中部可见 DPI 按键/标识：便于切换灵敏度</a:t>
            </a:r>
          </a:p>
          <a:p>
            <a:pPr>
              <a:defRPr sz="2200">
                <a:solidFill>
                  <a:srgbClr val="F0F5FF"/>
                </a:solidFill>
              </a:defRPr>
            </a:pPr>
            <a:r>
              <a:t>• 滚轮区域金属质感明显，反馈预期更清晰</a:t>
            </a:r>
          </a:p>
          <a:p>
            <a:pPr>
              <a:defRPr sz="2200">
                <a:solidFill>
                  <a:srgbClr val="F0F5FF"/>
                </a:solidFill>
              </a:defRPr>
            </a:pPr>
            <a:r>
              <a:t>• 人体工学侧翼设计：增强手掌承托感</a:t>
            </a:r>
          </a:p>
          <a:p>
            <a:pPr>
              <a:defRPr sz="2200">
                <a:solidFill>
                  <a:srgbClr val="F0F5FF"/>
                </a:solidFill>
              </a:defRPr>
            </a:pPr>
            <a:r>
              <a:t>• 有线鼠标特性：低延迟、不断连、无需充电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目标用户与场景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5FF"/>
                </a:solidFill>
              </a:defRPr>
            </a:pPr>
            <a:r>
              <a:t>目标用户：电竞玩家、数码爱好者、桌搭用户</a:t>
            </a:r>
          </a:p>
          <a:p>
            <a:pPr>
              <a:defRPr sz="2200">
                <a:solidFill>
                  <a:srgbClr val="F0F5FF"/>
                </a:solidFill>
              </a:defRPr>
            </a:pPr>
            <a:r>
              <a:t>核心场景：FPS/MOBA 游戏、日常办公、直播出镜</a:t>
            </a:r>
          </a:p>
          <a:p>
            <a:pPr>
              <a:defRPr sz="2200">
                <a:solidFill>
                  <a:srgbClr val="F0F5FF"/>
                </a:solidFill>
              </a:defRPr>
            </a:pPr>
            <a:r>
              <a:t>选购动机：颜值高、个性强、兼顾操作与展示价值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30秒介绍话术（可直接讲）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5FF"/>
                </a:solidFill>
              </a:defRPr>
            </a:pPr>
            <a:r>
              <a:t>这款鼠标主打机械科幻风设计，白金配色非常抓眼。</a:t>
            </a:r>
          </a:p>
          <a:p>
            <a:pPr>
              <a:defRPr sz="2200">
                <a:solidFill>
                  <a:srgbClr val="F0F5FF"/>
                </a:solidFill>
              </a:defRPr>
            </a:pPr>
            <a:r>
              <a:t>它采用有线连接，稳定低延迟，适合游戏和重度办公。</a:t>
            </a:r>
          </a:p>
          <a:p>
            <a:pPr>
              <a:defRPr sz="2200">
                <a:solidFill>
                  <a:srgbClr val="F0F5FF"/>
                </a:solidFill>
              </a:defRPr>
            </a:pPr>
            <a:r>
              <a:t>中部有DPI切换，配合整体人体工学造型，兼顾手感和效率。</a:t>
            </a:r>
          </a:p>
          <a:p>
            <a:pPr>
              <a:defRPr sz="2200">
                <a:solidFill>
                  <a:srgbClr val="F0F5FF"/>
                </a:solidFill>
              </a:defRPr>
            </a:pPr>
            <a:r>
              <a:t>如果你重视桌面颜值+实用性，这款会是很好的选择。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