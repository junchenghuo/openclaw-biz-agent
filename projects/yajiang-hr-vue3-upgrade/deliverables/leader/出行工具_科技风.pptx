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出行工具图像识别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TECH STYLE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Transportation Toolkit</a:t>
            </a:r>
          </a:p>
          <a:p>
            <a:pPr>
              <a:defRPr sz="2200">
                <a:solidFill>
                  <a:srgbClr val="E9F5FF"/>
                </a:solidFill>
              </a:defRPr>
            </a:pPr>
            <a:r>
              <a:t>基于 5 张图片的内容解析与分类展示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内容总览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9F5FF"/>
                </a:solidFill>
              </a:defRPr>
            </a:pPr>
            <a:r>
              <a:t>1. 智能骑行 · 自行车  —  低碳出行与城市微交通的代表工具。</a:t>
            </a:r>
          </a:p>
          <a:p>
            <a:pPr>
              <a:defRPr sz="2000">
                <a:solidFill>
                  <a:srgbClr val="91B4D2"/>
                </a:solidFill>
              </a:defRPr>
            </a:pPr>
            <a:r>
              <a:t>2. 机械美学 · 轮毂细节  —  金属结构与工艺细节，体现工业设计质感。</a:t>
            </a:r>
          </a:p>
          <a:p>
            <a:pPr>
              <a:defRPr sz="2000">
                <a:solidFill>
                  <a:srgbClr val="E9F5FF"/>
                </a:solidFill>
              </a:defRPr>
            </a:pPr>
            <a:r>
              <a:t>3. 经典重构 · 复古轿车  —  复古车型在现代视觉语境中的风格化表达。</a:t>
            </a:r>
          </a:p>
          <a:p>
            <a:pPr>
              <a:defRPr sz="2000">
                <a:solidFill>
                  <a:srgbClr val="91B4D2"/>
                </a:solidFill>
              </a:defRPr>
            </a:pPr>
            <a:r>
              <a:t>4. 场景联动 · 车辆集会  —  多车型同场展示，适合做交通工具分类对比。</a:t>
            </a:r>
          </a:p>
          <a:p>
            <a:pPr>
              <a:defRPr sz="2000">
                <a:solidFill>
                  <a:srgbClr val="E9F5FF"/>
                </a:solidFill>
              </a:defRPr>
            </a:pPr>
            <a:r>
              <a:t>5. 轨道系统 · 作业机车  —  轨道交通与工程运维场景的典型设备。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01  智能骑行 · 自行车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Image Analysis</a:t>
            </a:r>
          </a:p>
        </p:txBody>
      </p:sp>
      <p:pic>
        <p:nvPicPr>
          <p:cNvPr id="5" name="Picture 4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589520" cy="4269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371600"/>
            <a:ext cx="3017520" cy="4480560"/>
          </a:xfrm>
          <a:prstGeom prst="rect">
            <a:avLst/>
          </a:prstGeom>
          <a:solidFill>
            <a:srgbClr val="0E183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识别结果</a:t>
            </a:r>
          </a:p>
          <a:p>
            <a:pPr>
              <a:defRPr sz="1600">
                <a:solidFill>
                  <a:srgbClr val="E9F5FF"/>
                </a:solidFill>
              </a:defRPr>
            </a:pPr>
            <a:r>
              <a:t>低碳出行与城市微交通的代表工具。</a:t>
            </a:r>
          </a:p>
          <a:p>
            <a:pPr>
              <a:defRPr sz="1300">
                <a:solidFill>
                  <a:srgbClr val="91B4D2"/>
                </a:solidFill>
              </a:defRPr>
            </a:pPr>
            <a:r>
              <a:t>文件名：1.jpg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02  机械美学 · 轮毂细节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Image Analysis</a:t>
            </a:r>
          </a:p>
        </p:txBody>
      </p:sp>
      <p:pic>
        <p:nvPicPr>
          <p:cNvPr id="5" name="Picture 4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589520" cy="4269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371600"/>
            <a:ext cx="3017520" cy="4480560"/>
          </a:xfrm>
          <a:prstGeom prst="rect">
            <a:avLst/>
          </a:prstGeom>
          <a:solidFill>
            <a:srgbClr val="0E183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识别结果</a:t>
            </a:r>
          </a:p>
          <a:p>
            <a:pPr>
              <a:defRPr sz="1600">
                <a:solidFill>
                  <a:srgbClr val="E9F5FF"/>
                </a:solidFill>
              </a:defRPr>
            </a:pPr>
            <a:r>
              <a:t>金属结构与工艺细节，体现工业设计质感。</a:t>
            </a:r>
          </a:p>
          <a:p>
            <a:pPr>
              <a:defRPr sz="1300">
                <a:solidFill>
                  <a:srgbClr val="91B4D2"/>
                </a:solidFill>
              </a:defRPr>
            </a:pPr>
            <a:r>
              <a:t>文件名：2.jpg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03  经典重构 · 复古轿车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Image Analysis</a:t>
            </a:r>
          </a:p>
        </p:txBody>
      </p:sp>
      <p:pic>
        <p:nvPicPr>
          <p:cNvPr id="5" name="Picture 4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589520" cy="4269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371600"/>
            <a:ext cx="3017520" cy="4480560"/>
          </a:xfrm>
          <a:prstGeom prst="rect">
            <a:avLst/>
          </a:prstGeom>
          <a:solidFill>
            <a:srgbClr val="0E183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识别结果</a:t>
            </a:r>
          </a:p>
          <a:p>
            <a:pPr>
              <a:defRPr sz="1600">
                <a:solidFill>
                  <a:srgbClr val="E9F5FF"/>
                </a:solidFill>
              </a:defRPr>
            </a:pPr>
            <a:r>
              <a:t>复古车型在现代视觉语境中的风格化表达。</a:t>
            </a:r>
          </a:p>
          <a:p>
            <a:pPr>
              <a:defRPr sz="1300">
                <a:solidFill>
                  <a:srgbClr val="91B4D2"/>
                </a:solidFill>
              </a:defRPr>
            </a:pPr>
            <a:r>
              <a:t>文件名：3.jpg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04  场景联动 · 车辆集会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Image Analysis</a:t>
            </a:r>
          </a:p>
        </p:txBody>
      </p:sp>
      <p:pic>
        <p:nvPicPr>
          <p:cNvPr id="5" name="Picture 4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589520" cy="4269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371600"/>
            <a:ext cx="3017520" cy="4480560"/>
          </a:xfrm>
          <a:prstGeom prst="rect">
            <a:avLst/>
          </a:prstGeom>
          <a:solidFill>
            <a:srgbClr val="0E183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识别结果</a:t>
            </a:r>
          </a:p>
          <a:p>
            <a:pPr>
              <a:defRPr sz="1600">
                <a:solidFill>
                  <a:srgbClr val="E9F5FF"/>
                </a:solidFill>
              </a:defRPr>
            </a:pPr>
            <a:r>
              <a:t>多车型同场展示，适合做交通工具分类对比。</a:t>
            </a:r>
          </a:p>
          <a:p>
            <a:pPr>
              <a:defRPr sz="1300">
                <a:solidFill>
                  <a:srgbClr val="91B4D2"/>
                </a:solidFill>
              </a:defRPr>
            </a:pPr>
            <a:r>
              <a:t>文件名：4.jpg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05  轨道系统 · 作业机车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Image Analysis</a:t>
            </a:r>
          </a:p>
        </p:txBody>
      </p:sp>
      <p:pic>
        <p:nvPicPr>
          <p:cNvPr id="5" name="Picture 4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589520" cy="4269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41080" y="1371600"/>
            <a:ext cx="3017520" cy="4480560"/>
          </a:xfrm>
          <a:prstGeom prst="rect">
            <a:avLst/>
          </a:prstGeom>
          <a:solidFill>
            <a:srgbClr val="0E1834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5FF"/>
                </a:solidFill>
              </a:defRPr>
            </a:pPr>
            <a:r>
              <a:t>识别结果</a:t>
            </a:r>
          </a:p>
          <a:p>
            <a:pPr>
              <a:defRPr sz="1600">
                <a:solidFill>
                  <a:srgbClr val="E9F5FF"/>
                </a:solidFill>
              </a:defRPr>
            </a:pPr>
            <a:r>
              <a:t>轨道交通与工程运维场景的典型设备。</a:t>
            </a:r>
          </a:p>
          <a:p>
            <a:pPr>
              <a:defRPr sz="1300">
                <a:solidFill>
                  <a:srgbClr val="91B4D2"/>
                </a:solidFill>
              </a:defRPr>
            </a:pPr>
            <a:r>
              <a:t>文件名：5.jpg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07899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5FF"/>
                </a:solidFill>
              </a:defRPr>
            </a:pPr>
            <a:r>
              <a:t>结论与应用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1B4D2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9F5FF"/>
                </a:solidFill>
              </a:defRPr>
            </a:pPr>
            <a:r>
              <a:t>▸ 样本覆盖：自行车、汽车（细节/整车/场景）、轨道工具。</a:t>
            </a:r>
          </a:p>
          <a:p>
            <a:pPr>
              <a:defRPr sz="2200">
                <a:solidFill>
                  <a:srgbClr val="E9F5FF"/>
                </a:solidFill>
              </a:defRPr>
            </a:pPr>
            <a:r>
              <a:t>▸ 视觉特征：工业结构、移动场景、交通类别区分明显。</a:t>
            </a:r>
          </a:p>
          <a:p>
            <a:pPr>
              <a:defRPr sz="2200">
                <a:solidFill>
                  <a:srgbClr val="E9F5FF"/>
                </a:solidFill>
              </a:defRPr>
            </a:pPr>
            <a:r>
              <a:t>▸ 可用于：出行工具科普、图像分类演示、视觉检索样例。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55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E5FF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