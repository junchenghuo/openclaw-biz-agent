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近期工作汇报</a:t>
            </a:r>
          </a:p>
          <a:p>
            <a:pPr>
              <a:defRPr sz="1800">
                <a:solidFill>
                  <a:srgbClr val="D2DFFF"/>
                </a:solidFill>
              </a:defRPr>
            </a:pPr>
            <a:r>
              <a:t>登录项目推进（PM视角）｜2026-03-05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126480"/>
            <a:ext cx="1097280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一页总览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✅ 今日已完成：需求定稿（TASK-001）、架构与接口设计（TASK-002）、UI原型演示版（TASK-007）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🔄 进行中：后端实现（TASK-003）、前端实现（TASK-004）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⏳ 待启动：测试计划与联调（TASK-005）、部署与监控（TASK-006）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🎯 当前目标：今天完成主流程联调闭环，输出可汇报版本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任务进度看板（截至当前）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3566160" cy="34747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Done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数量：3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TASK-001, TASK-002, TASK-007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828800"/>
            <a:ext cx="3566160" cy="34747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Doing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数量：2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TASK-003, TASK-004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1828800"/>
            <a:ext cx="3566160" cy="34747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Blocked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数量：2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TASK-005, TASK-006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今日关键产出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📄 PRD定稿：登录MVP范围明确为“账号+密码”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🧠 架构冻结：完成ARCH文档与OpenAPI契约，解锁研发并行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🎨 原型交付：Glassmorphism 登录页（无DB演示版）已可展示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🗂️ 管理闭环：任务、决策、产物索引已同步更新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2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关键决策（ADR）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ADR-LOGIN-DEMO：先交付纯前端演示版，快速给业务可视化结果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ADR-LOGIN-MVP-SCOPE：本期仅做账号密码登录，不扩展验证码/第三方登录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ADR-SECURITY-BASELINE：将HTTPS、密码安全存储、限流锁定、会话安全纳入必做基线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风险与应对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风险1：前后端联调延迟 → 应对：以OpenAPI为唯一契约，接口mock并行验证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风险2：安全能力漏项 → 应对：按基线清单逐项验收（限流/会话/脱敏）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风险3：测试启动晚 → 应对：测试提前介入，先出用例框架再补联调细节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8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下一步计划（24小时）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1) 完成TASK-003/TASK-004，形成可联调版本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2) QA启动TASK-005，覆盖正常/异常/边界场景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3) Ops准备TASK-006，形成部署与监控最小闭环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4) PM输出阶段性汇报与里程碑更新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汇报结论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项目已从“规划”进入“执行”，核心链路推进稳定。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当前重点是研发联调收口 + 测试与运维接入。</a:t>
            </a:r>
          </a:p>
          <a:p>
            <a:pPr>
              <a:spcAft>
                <a:spcPts val="1000"/>
              </a:spcAft>
              <a:defRPr sz="2400">
                <a:solidFill>
                  <a:srgbClr val="F5F8FF"/>
                </a:solidFill>
              </a:defRPr>
            </a:pPr>
            <a:r>
              <a:t>预计下一次汇报可展示：登录主流程可运行结果。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